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BF9E3-657E-48A1-AFEB-270EDFAC2B20}" v="384" dt="2026-02-03T03:49:52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33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13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4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2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2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9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42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2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8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10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36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0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Inventra</a:t>
            </a:r>
            <a:r>
              <a:rPr lang="en-US" dirty="0"/>
              <a:t>-Inventory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-Presented By Nagamani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7BC21-8909-BEA7-9ABB-4C2046BE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dirty="0"/>
              <a:t>Module-3 : Inventory Alerts Module 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64516-8212-300D-C084-68037F487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ct val="20000"/>
              </a:spcBef>
              <a:buNone/>
            </a:pPr>
            <a:endParaRPr lang="en-US" sz="32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32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Purpose of Module 3</a:t>
            </a:r>
            <a:endParaRPr lang="en-US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Prevent stock-out situations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Automatically monitor stock levels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Notify responsible staff when stock is low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Ensure uninterrupted business operations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Work silently in the background without manual intervention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This module is </a:t>
            </a:r>
            <a:r>
              <a:rPr lang="en-US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triggered automatically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whenever stock quantity changes.</a:t>
            </a:r>
          </a:p>
          <a:p>
            <a:pPr>
              <a:spcBef>
                <a:spcPct val="20000"/>
              </a:spcBef>
            </a:pP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21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1105A-1647-71E7-98FC-9ED13DAB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5400" dirty="0"/>
              <a:t>Classes Involved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BAB83-FE2D-2A5F-3C1B-D295AF2D2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   Alert Service</a:t>
            </a:r>
          </a:p>
          <a:p>
            <a:r>
              <a:rPr lang="en-US" sz="4000" dirty="0">
                <a:solidFill>
                  <a:schemeClr val="tx1"/>
                </a:solidFill>
              </a:rPr>
              <a:t>   Notification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34347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632AD-2495-A270-1AF5-5FF5E650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4800" dirty="0"/>
              <a:t>Alert 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4F90-D0EC-2DAE-5BDC-88F88B498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20000"/>
              </a:spcBef>
            </a:pPr>
            <a:endParaRPr lang="en-US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Pseudocode</a:t>
            </a:r>
            <a:endParaRPr lang="en-US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dirty="0">
                <a:solidFill>
                  <a:schemeClr val="tx1"/>
                </a:solidFill>
                <a:latin typeface="Consolas"/>
              </a:rPr>
              <a:t>CLASS </a:t>
            </a:r>
            <a:r>
              <a:rPr lang="en-US" dirty="0" err="1">
                <a:solidFill>
                  <a:schemeClr val="tx1"/>
                </a:solidFill>
                <a:latin typeface="Consolas"/>
              </a:rPr>
              <a:t>AlertService</a:t>
            </a:r>
            <a:br>
              <a:rPr lang="en-US" dirty="0">
                <a:latin typeface="Consolas"/>
              </a:rPr>
            </a:br>
            <a:br>
              <a:rPr lang="en-US" dirty="0">
                <a:latin typeface="Consolas"/>
              </a:rPr>
            </a:br>
            <a:r>
              <a:rPr lang="en-US" dirty="0">
                <a:solidFill>
                  <a:schemeClr val="tx1"/>
                </a:solidFill>
                <a:latin typeface="Consolas"/>
              </a:rPr>
              <a:t>   FUNCTION </a:t>
            </a:r>
            <a:r>
              <a:rPr lang="en-US" dirty="0" err="1">
                <a:solidFill>
                  <a:schemeClr val="tx1"/>
                </a:solidFill>
                <a:latin typeface="Consolas"/>
              </a:rPr>
              <a:t>checkLowStock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(product)</a:t>
            </a:r>
          </a:p>
          <a:p>
            <a:pPr>
              <a:spcBef>
                <a:spcPct val="20000"/>
              </a:spcBef>
            </a:pPr>
            <a:br>
              <a:rPr lang="en-US" dirty="0">
                <a:latin typeface="Consolas"/>
              </a:rPr>
            </a:br>
            <a:r>
              <a:rPr lang="en-US" dirty="0">
                <a:solidFill>
                  <a:schemeClr val="tx1"/>
                </a:solidFill>
                <a:latin typeface="Consolas"/>
              </a:rPr>
              <a:t>     IF </a:t>
            </a:r>
            <a:r>
              <a:rPr lang="en-US" dirty="0" err="1">
                <a:solidFill>
                  <a:schemeClr val="tx1"/>
                </a:solidFill>
                <a:latin typeface="Consolas"/>
              </a:rPr>
              <a:t>product.stockQuantity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 &lt; </a:t>
            </a:r>
            <a:r>
              <a:rPr lang="en-US" dirty="0" err="1">
                <a:solidFill>
                  <a:schemeClr val="tx1"/>
                </a:solidFill>
                <a:latin typeface="Consolas"/>
              </a:rPr>
              <a:t>product.minStockLevel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 THEN</a:t>
            </a:r>
            <a:br>
              <a:rPr lang="en-US" dirty="0">
                <a:latin typeface="Consolas"/>
              </a:rPr>
            </a:br>
            <a:r>
              <a:rPr lang="en-US" dirty="0">
                <a:solidFill>
                  <a:schemeClr val="tx1"/>
                </a:solidFill>
                <a:latin typeface="Consolas"/>
              </a:rPr>
              <a:t>            </a:t>
            </a:r>
            <a:r>
              <a:rPr lang="en-US" dirty="0" err="1">
                <a:solidFill>
                  <a:schemeClr val="tx1"/>
                </a:solidFill>
                <a:latin typeface="Consolas"/>
              </a:rPr>
              <a:t>NotificationService.sendAlert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(product)</a:t>
            </a:r>
            <a:br>
              <a:rPr lang="en-US" dirty="0">
                <a:latin typeface="Consolas"/>
              </a:rPr>
            </a:br>
            <a:r>
              <a:rPr lang="en-US" dirty="0">
                <a:solidFill>
                  <a:schemeClr val="tx1"/>
                </a:solidFill>
                <a:latin typeface="Consolas"/>
              </a:rPr>
              <a:t>     END IF</a:t>
            </a:r>
            <a:br>
              <a:rPr lang="en-US" dirty="0">
                <a:latin typeface="Consolas"/>
              </a:rPr>
            </a:br>
            <a:br>
              <a:rPr lang="en-US" dirty="0">
                <a:latin typeface="Consolas"/>
              </a:rPr>
            </a:br>
            <a:r>
              <a:rPr lang="en-US" dirty="0">
                <a:solidFill>
                  <a:schemeClr val="tx1"/>
                </a:solidFill>
                <a:latin typeface="Consolas"/>
              </a:rPr>
              <a:t>   END FUNCTION</a:t>
            </a:r>
            <a:br>
              <a:rPr lang="en-US" dirty="0">
                <a:latin typeface="Consolas"/>
              </a:rPr>
            </a:br>
            <a:br>
              <a:rPr lang="en-US" dirty="0">
                <a:latin typeface="Consolas"/>
              </a:rPr>
            </a:br>
            <a:r>
              <a:rPr lang="en-US" dirty="0">
                <a:solidFill>
                  <a:schemeClr val="tx1"/>
                </a:solidFill>
                <a:latin typeface="Consolas"/>
              </a:rPr>
              <a:t>END CLASS</a:t>
            </a:r>
            <a:endParaRPr lang="en-US" dirty="0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71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C1F7C-3454-26AD-E20C-98F7298E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/>
              <a:t>Notification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9E40-3306-287E-C799-FFBBEFD25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ct val="20000"/>
              </a:spcBef>
            </a:pPr>
            <a:endParaRPr lang="en-US" sz="28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Pseudocode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   CLASS </a:t>
            </a:r>
            <a:r>
              <a:rPr lang="en-US" sz="24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NotificationService</a:t>
            </a:r>
          </a:p>
          <a:p>
            <a:pPr>
              <a:spcBef>
                <a:spcPct val="20000"/>
              </a:spcBef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          FUNCTION </a:t>
            </a:r>
            <a:r>
              <a:rPr lang="en-US" sz="24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sendAlert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(product)</a:t>
            </a:r>
          </a:p>
          <a:p>
            <a:pPr>
              <a:spcBef>
                <a:spcPct val="20000"/>
              </a:spcBef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                  show alert on dashboard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                  send email notification to responsible staff</a:t>
            </a:r>
          </a:p>
          <a:p>
            <a:pPr>
              <a:spcBef>
                <a:spcPct val="20000"/>
              </a:spcBef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          END FUNCTION</a:t>
            </a:r>
          </a:p>
          <a:p>
            <a:pPr>
              <a:spcBef>
                <a:spcPct val="20000"/>
              </a:spcBef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   END CLASS</a:t>
            </a:r>
          </a:p>
          <a:p>
            <a:pPr>
              <a:spcBef>
                <a:spcPct val="20000"/>
              </a:spcBef>
            </a:pP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251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A090C-165B-CE98-EC2E-F7986E08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3100">
                <a:latin typeface="Calibri"/>
                <a:ea typeface="Calibri"/>
                <a:cs typeface="Calibri"/>
              </a:rPr>
              <a:t>Stock Update →  </a:t>
            </a:r>
            <a:r>
              <a:rPr lang="en-US" sz="3100" err="1">
                <a:latin typeface="Calibri"/>
                <a:ea typeface="Calibri"/>
                <a:cs typeface="Calibri"/>
              </a:rPr>
              <a:t>AlertService</a:t>
            </a:r>
            <a:r>
              <a:rPr lang="en-US" sz="3100">
                <a:latin typeface="Calibri"/>
                <a:ea typeface="Calibri"/>
                <a:cs typeface="Calibri"/>
              </a:rPr>
              <a:t>→   </a:t>
            </a:r>
            <a:r>
              <a:rPr lang="en-US" sz="3100" err="1">
                <a:latin typeface="Calibri"/>
                <a:ea typeface="Calibri"/>
                <a:cs typeface="Calibri"/>
              </a:rPr>
              <a:t>NotificationService</a:t>
            </a:r>
            <a:r>
              <a:rPr lang="en-US" sz="3100">
                <a:latin typeface="Calibri"/>
                <a:ea typeface="Calibri"/>
                <a:cs typeface="Calibri"/>
              </a:rPr>
              <a:t> → Email / Dashboard Alert </a:t>
            </a:r>
          </a:p>
          <a:p>
            <a:endParaRPr lang="en-US" sz="3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08D65-1B21-63F3-986D-2A0D50D94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pPr marL="0" indent="-228600">
              <a:spcBef>
                <a:spcPct val="20000"/>
              </a:spcBef>
              <a:buFont typeface="Arial,Sans-Serif" pitchFamily="18" charset="2"/>
              <a:buChar char="•"/>
            </a:pPr>
            <a:r>
              <a:rPr lang="en-US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Working of Module 3 (Step-by-Step)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indent="-228600">
              <a:spcBef>
                <a:spcPct val="20000"/>
              </a:spcBef>
              <a:buFont typeface="Arial,Sans-Serif" pitchFamily="18" charset="2"/>
              <a:buChar char="•"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Stock quantity changes (Stock In / Stock Out)</a:t>
            </a:r>
          </a:p>
          <a:p>
            <a:pPr indent="-228600">
              <a:spcBef>
                <a:spcPct val="20000"/>
              </a:spcBef>
              <a:buFont typeface="Arial,Sans-Serif" pitchFamily="18" charset="2"/>
              <a:buChar char="•"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ProductService updates stock</a:t>
            </a:r>
          </a:p>
          <a:p>
            <a:pPr indent="-228600">
              <a:spcBef>
                <a:spcPct val="20000"/>
              </a:spcBef>
              <a:buFont typeface="Arial,Sans-Serif" pitchFamily="18" charset="2"/>
              <a:buChar char="•"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AlertService checks stock level</a:t>
            </a:r>
          </a:p>
          <a:p>
            <a:pPr indent="-228600">
              <a:spcBef>
                <a:spcPct val="20000"/>
              </a:spcBef>
              <a:buFont typeface="Arial,Sans-Serif" pitchFamily="18" charset="2"/>
              <a:buChar char="•"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If stock is low → NotificationService sends alert</a:t>
            </a:r>
          </a:p>
          <a:p>
            <a:pPr indent="-228600">
              <a:spcBef>
                <a:spcPct val="20000"/>
              </a:spcBef>
              <a:buFont typeface="Arial,Sans-Serif" pitchFamily="18" charset="2"/>
              <a:buChar char="•"/>
            </a:pP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10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05CC-8F5F-1BD4-2211-49AB201A7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Prevents inventory shortages</a:t>
            </a:r>
            <a:endParaRPr lang="en-US"/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Reduces manual monitoring effort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Improves response time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Ensures smooth inventory operations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Enhances system reliability</a:t>
            </a:r>
            <a:br>
              <a:rPr lang="en-US" sz="2400" dirty="0">
                <a:latin typeface="Calibri"/>
                <a:ea typeface="Calibri"/>
                <a:cs typeface="Calibri"/>
              </a:rPr>
            </a:b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6163E-1718-96F3-DC1C-025A2D1130B2}"/>
              </a:ext>
            </a:extLst>
          </p:cNvPr>
          <p:cNvSpPr txBox="1"/>
          <p:nvPr/>
        </p:nvSpPr>
        <p:spPr>
          <a:xfrm>
            <a:off x="1275208" y="947967"/>
            <a:ext cx="8997350" cy="1588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4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Advantages of Inventory Alerts Module</a:t>
            </a:r>
            <a:endParaRPr lang="en-US" sz="4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890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4B5CC49-6FAE-42FA-99B6-A3FDA8C6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DF156-47D9-011D-853E-4BDEA2F47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295" y="1083732"/>
            <a:ext cx="5509628" cy="46905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200" spc="-10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BC9B4A-2119-4645-B4CA-7817D5FAF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8D888F-D87A-4C3C-BD82-273E4C8C5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9A2CD81-3BB6-4ED6-A50F-DC14F37A9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7610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Frame</vt:lpstr>
      <vt:lpstr>Inventra-Inventory management system</vt:lpstr>
      <vt:lpstr>Module-3 : Inventory Alerts Module </vt:lpstr>
      <vt:lpstr>Classes Involved</vt:lpstr>
      <vt:lpstr>Alert Service</vt:lpstr>
      <vt:lpstr>Notification Service</vt:lpstr>
      <vt:lpstr>Stock Update →  AlertService→   NotificationService → Email / Dashboard Alert 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109</cp:revision>
  <dcterms:created xsi:type="dcterms:W3CDTF">2026-02-03T03:31:17Z</dcterms:created>
  <dcterms:modified xsi:type="dcterms:W3CDTF">2026-02-03T03:50:32Z</dcterms:modified>
</cp:coreProperties>
</file>
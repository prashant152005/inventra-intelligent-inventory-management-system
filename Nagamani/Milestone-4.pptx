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784AD-98A8-4B7A-A7BE-EDDF06907494}" v="155" dt="2026-02-03T04:24:39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5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70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2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0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4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21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9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57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5839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9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187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055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52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0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0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Inventra</a:t>
            </a:r>
            <a:r>
              <a:rPr lang="en-US" dirty="0"/>
              <a:t>-Inventory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-Presented By Nagamani </a:t>
            </a:r>
            <a:r>
              <a:rPr lang="en-US" dirty="0" err="1"/>
              <a:t>Mannempalli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CEDCC-7418-C38D-4328-408290C8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r>
              <a:rPr lang="en-US" dirty="0"/>
              <a:t>Module-4 :</a:t>
            </a:r>
            <a:r>
              <a:rPr lang="en-US" dirty="0">
                <a:ea typeface="+mj-lt"/>
                <a:cs typeface="+mj-lt"/>
              </a:rPr>
              <a:t>Transaction History / Reports &amp; Analytics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A6F42-CF32-69C2-3233-AA0A80AF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Objective / Purpose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To log every stock-in and stock-out operation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To maintain historical transaction data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To support reports and analytics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To enable audit and management review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439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CCEA1-979B-4045-F21F-14203A72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496550"/>
          </a:xfrm>
        </p:spPr>
        <p:txBody>
          <a:bodyPr>
            <a:noAutofit/>
          </a:bodyPr>
          <a:lstStyle/>
          <a:p>
            <a:r>
              <a:rPr lang="en-US" sz="4800" dirty="0"/>
              <a:t>Classes used in the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771F3-BAFB-7131-142E-F7657C64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Transaction</a:t>
            </a:r>
            <a:r>
              <a:rPr lang="en-US" sz="2400" dirty="0">
                <a:ea typeface="+mn-lt"/>
                <a:cs typeface="+mn-lt"/>
              </a:rPr>
              <a:t> – stores transaction details</a:t>
            </a:r>
            <a:endParaRPr lang="en-US" sz="2400"/>
          </a:p>
          <a:p>
            <a:r>
              <a:rPr lang="en-US" sz="2400" b="1" err="1">
                <a:ea typeface="+mn-lt"/>
                <a:cs typeface="+mn-lt"/>
              </a:rPr>
              <a:t>TransactionService</a:t>
            </a:r>
            <a:r>
              <a:rPr lang="en-US" sz="2400" dirty="0">
                <a:ea typeface="+mn-lt"/>
                <a:cs typeface="+mn-lt"/>
              </a:rPr>
              <a:t> – logs transactions</a:t>
            </a:r>
            <a:endParaRPr lang="en-US" sz="2400" dirty="0"/>
          </a:p>
          <a:p>
            <a:r>
              <a:rPr lang="en-US" sz="2400" b="1" err="1">
                <a:ea typeface="+mn-lt"/>
                <a:cs typeface="+mn-lt"/>
              </a:rPr>
              <a:t>TransactionRepository</a:t>
            </a:r>
            <a:r>
              <a:rPr lang="en-US" sz="2400" dirty="0">
                <a:ea typeface="+mn-lt"/>
                <a:cs typeface="+mn-lt"/>
              </a:rPr>
              <a:t> – database operations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Product</a:t>
            </a:r>
            <a:r>
              <a:rPr lang="en-US" sz="2400" dirty="0">
                <a:ea typeface="+mn-lt"/>
                <a:cs typeface="+mn-lt"/>
              </a:rPr>
              <a:t> – stock-related data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User</a:t>
            </a:r>
            <a:r>
              <a:rPr lang="en-US" sz="2400" dirty="0">
                <a:ea typeface="+mn-lt"/>
                <a:cs typeface="+mn-lt"/>
              </a:rPr>
              <a:t> – identifies who performed transaction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786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5D85-C5A1-A7DD-3733-C91CBF82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Transaction Entity – Overview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279E-6814-93B3-23A5-5951B4561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Each transaction record contains:</a:t>
            </a:r>
            <a:endParaRPr lang="en-US" sz="2400" b="1" dirty="0"/>
          </a:p>
          <a:p>
            <a:r>
              <a:rPr lang="en-US" sz="2400" dirty="0">
                <a:ea typeface="+mn-lt"/>
                <a:cs typeface="+mn-lt"/>
              </a:rPr>
              <a:t>Transaction ID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Product ID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Transaction Type (STOCK_IN / STOCK_OUT)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Quantity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Transaction Date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Performed By User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530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ED79-BDAC-9E48-4B32-5BBB4726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Functional Flow – Transaction History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97E0-B20B-9FA3-E75E-0E5997ED0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392" y="2623930"/>
            <a:ext cx="9383408" cy="32872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Product stock is updated in Module 2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TransactionService</a:t>
            </a:r>
            <a:r>
              <a:rPr lang="en-US">
                <a:ea typeface="+mn-lt"/>
                <a:cs typeface="+mn-lt"/>
              </a:rPr>
              <a:t> logs the transaction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TransactionRepository</a:t>
            </a:r>
            <a:r>
              <a:rPr lang="en-US">
                <a:ea typeface="+mn-lt"/>
                <a:cs typeface="+mn-lt"/>
              </a:rPr>
              <a:t> saves data to database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becomes available for: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Audits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Reports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Analytics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Usage summaries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79E84-4B82-5A71-5AD9-3FA613D8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Pseudocode – Transaction Entity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849C5-0FE7-32B4-6AC4-12D0373F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392" y="2623930"/>
            <a:ext cx="9383408" cy="32872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CLASS Transaction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transactionId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productId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transactionType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 quantity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transactionDate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performedByUser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END CLASS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01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21E1E-5302-82FD-E353-7BCCF78D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Pseudocode – TransactionService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0927-5A30-4BC5-53B7-609E9D8CE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CLASS </a:t>
            </a:r>
            <a:r>
              <a:rPr lang="en-US" err="1">
                <a:ea typeface="+mn-lt"/>
                <a:cs typeface="+mn-lt"/>
              </a:rPr>
              <a:t>TransactionService</a:t>
            </a:r>
            <a:endParaRPr lang="en-US" err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    FUNCTION log(type, </a:t>
            </a:r>
            <a:r>
              <a:rPr lang="en-US" err="1">
                <a:ea typeface="+mn-lt"/>
                <a:cs typeface="+mn-lt"/>
              </a:rPr>
              <a:t>productId</a:t>
            </a:r>
            <a:r>
              <a:rPr lang="en-US">
                <a:ea typeface="+mn-lt"/>
                <a:cs typeface="+mn-lt"/>
              </a:rPr>
              <a:t>, quantity)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transaction.transactionDate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currentDate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transaction.transactionType</a:t>
            </a:r>
            <a:r>
              <a:rPr lang="en-US">
                <a:ea typeface="+mn-lt"/>
                <a:cs typeface="+mn-lt"/>
              </a:rPr>
              <a:t> = type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transaction.productId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productId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transaction.quantity</a:t>
            </a:r>
            <a:r>
              <a:rPr lang="en-US">
                <a:ea typeface="+mn-lt"/>
                <a:cs typeface="+mn-lt"/>
              </a:rPr>
              <a:t> = quantity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transaction.performedByUser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loggedInUser</a:t>
            </a:r>
            <a:endParaRPr lang="en-US" err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        save transaction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END FUNCTION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END CLASS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5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BD6AC-4AA1-F332-A0AD-5314826D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Pseudocode – TransactionRepository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C898-DFAA-9947-FA47-3A4E8267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392" y="2623930"/>
            <a:ext cx="9383408" cy="40780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CLASS </a:t>
            </a:r>
            <a:r>
              <a:rPr lang="en-US" sz="2000" dirty="0" err="1">
                <a:ea typeface="+mn-lt"/>
                <a:cs typeface="+mn-lt"/>
              </a:rPr>
              <a:t>TransactionRepository</a:t>
            </a:r>
            <a:endParaRPr lang="en-US" sz="2000" dirty="0" err="1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 FUNCTION save(transaction)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     store transaction in database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 END FUNCTION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 FUNCTION </a:t>
            </a:r>
            <a:r>
              <a:rPr lang="en-US" sz="2000" dirty="0" err="1">
                <a:ea typeface="+mn-lt"/>
                <a:cs typeface="+mn-lt"/>
              </a:rPr>
              <a:t>findAll</a:t>
            </a:r>
            <a:r>
              <a:rPr lang="en-US" sz="2000" dirty="0">
                <a:ea typeface="+mn-lt"/>
                <a:cs typeface="+mn-lt"/>
              </a:rPr>
              <a:t>()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     RETURN all transactions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    END FUNCTION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END CLASS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455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3A65-0C34-BB46-BBB9-82DD0580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887" y="595355"/>
            <a:ext cx="8911687" cy="1280890"/>
          </a:xfrm>
        </p:spPr>
        <p:txBody>
          <a:bodyPr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Advantages / Benefits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7BBF3-8107-57CD-8F0E-9221059B5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Complete inventory traceability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Improves accountability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Helps in audits and compliance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Supports reports and analytics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Enhances system transparency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98568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E95CC-0DA7-DA95-14DD-8578C732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 you</a:t>
            </a:r>
          </a:p>
        </p:txBody>
      </p:sp>
    </p:spTree>
    <p:extLst>
      <p:ext uri="{BB962C8B-B14F-4D97-AF65-F5344CB8AC3E}">
        <p14:creationId xmlns:p14="http://schemas.microsoft.com/office/powerpoint/2010/main" val="6771432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Inventra-Inventory Management System</vt:lpstr>
      <vt:lpstr>Module-4 :Transaction History / Reports &amp; Analytics</vt:lpstr>
      <vt:lpstr>Classes used in the module</vt:lpstr>
      <vt:lpstr>Transaction Entity – Overview</vt:lpstr>
      <vt:lpstr>Functional Flow – Transaction History</vt:lpstr>
      <vt:lpstr>Pseudocode – Transaction Entity</vt:lpstr>
      <vt:lpstr>Pseudocode – TransactionService</vt:lpstr>
      <vt:lpstr>Pseudocode – TransactionRepository</vt:lpstr>
      <vt:lpstr>Advantages / Benefits</vt:lpstr>
      <vt:lpstr>Thank 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2026-02-03T04:13:27Z</dcterms:created>
  <dcterms:modified xsi:type="dcterms:W3CDTF">2026-02-03T04:25:19Z</dcterms:modified>
</cp:coreProperties>
</file>